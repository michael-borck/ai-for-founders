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glance at the poll histogram. Mostly A/B → slow the follow-along later. Mostly C/D → push the parallel work harder.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states the claim; your job is to make it personal. Land it with the room, not the abstract: *"While you've been sitting here, everyone else in this room could ask the same model for the same market scan, the same pitch, the same plan — and get the same good answer. If you all have the same brilliant assistant, none of you has an advantage."*</a:t>
            </a:r>
          </a:p>
          <a:p/>
          <a:p>
            <a:r>
              <a:t>Don't read the three rows — point at the last one and slow down on **judgement**: taste, context, the thing no identical model can copy. This claim comes back twice more (after the two-pass reveal, and at the close); it earns belief in the demo, not here.</a:t>
            </a:r>
          </a:p>
          <a:p/>
          <a:p>
            <a:r>
              <a:t>**Advance:** as soon as "judgement"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1:** paste prompt 1. While it generates, narrate the dead air: *"Watch how happy it's about to be."* Let the love-fest scroll in silence for a few seconds — the scrolling IS the joke. Then: *"It just told a stranger their idea is brilliant. That's the trap from slide four, live — and it would say it to every founder in this room."*</a:t>
            </a:r>
          </a:p>
          <a:p/>
          <a:p>
            <a:r>
              <a:t>**Pass 2:** back to the site — prompt 2. Before sending, point at the slide's Role · Task · **Context** · Format and say what the pasted version doesn't: Context is the only part the model can't invent. Dave's context — the $150–400k sole trader, the bookkeeper-shaped competitors, the penalties-not-deductions bet — took a founder to know.</a:t>
            </a:r>
          </a:p>
          <a:p/>
          <a:p>
            <a:r>
              <a:t>When it returns, the reveal, slowly: *"Same model. Same idea. Sixty seconds apart. The AI did not get smarter — I directed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lands:** *"Twenty minutes ago this model said 'genuinely brilliant.' Now it says PIVOT and prescribes a fifty-dollar experiment. Cheerleader, honest critic, cheap test — same thread. That arc is the entire session."*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One-line nod, no more: the style-brief trick makes this permanent — it's linked on the site.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
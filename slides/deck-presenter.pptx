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 — take the pivot version, matching your prompt 5 choice; the original stays as the site's alternative):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</a:t>
            </a:r>
          </a:p>
          <a:p/>
          <a:p>
            <a:r>
              <a:t>**The comparison beat (dry-run confirmed: pass 1 comes out edge-aware but in agency voice — use the "could be anyone's" caption):** point at the two OPENING lines. Pass 1 opens with an instruction ("Stop stuffing paper receipts into your glovebox") — an ad; any copywriter writes it. Pass 2 opens with a belief ("Tradies don't hate tax — they hate sitting at a laptop at 9pm") — then the customer, then the bet. *"The first pitch sells a product. The second sells a founder's view of the world — and investors fund the second, because the product will change and the view is what steers it. Nothing changed except whose words went in."*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in the same thread, using the adapted prompt (site version stays generic): *"Answer as a panel, each in their own voice: (1) a cautious CFO, (2) my most skeptical customer, (3) a growth-hungry marketer. Each gives an honest take on this WhatsApp receipt photo idea, then stops. I will decide."* Point at your own last line before sending: *"the whole hour in five words."* 3–4 minutes, and it's the beat the organisers loved.</a:t>
            </a:r>
          </a:p>
          <a:p/>
          <a:p>
            <a:r>
              <a:t>**Three beats in the output (dry-run confirmed):** (1) they disagree — CFO "not venture-backable", customer "I'll stick to the glovebox", marketer "pure gold" — *"an answer machine gives you one answer; a board gives you a decision to make."* (2) The cheerleader took a seat: the marketer IS trap 1, relocated — you weigh that voice, not obey it. (3) The customer surfaces failure modes nothing else found (grease, dropout at the trade desk, faded thermal paper).</a:t>
            </a:r>
          </a:p>
          <a:p/>
          <a:p>
            <a:r>
              <a:t>**VET: discuss by pointing at this very output — no extra prompt.** The board just made three smooth, specific, unverified claims (per-message API costs, thermal fade, "$100k ARR on referrals"). *"Which do you VET first? The one your next decision leans on — the API cost, inside the CFO's kill argument. Verify the source, Explain it back, Test the edges. Tonight's homework; prompts on the site."*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**The promise (retention hook — share the LIVE thread, not the dry run):** *"Everything I typed today — the full conversation, and the notebook built from it — will be on the companion site this afternoon."* Share from the burner account (test tonight that both share links open for non-owners; notebook shares may need sign-in). The dry-run versions are the fallback only if the live beat got cut or broke. Add the links to the site after the session.</a:t>
            </a:r>
          </a:p>
          <a:p/>
          <a:p>
            <a:r>
              <a:t>**Time-permitting horizon closer (closer-options Option B, upgraded — no slide needed, slide 13 stays up; ALWAYS before the triad, never after):** save the live conversation to a Gemini Notebook and generate the ONE artifact you pre-tested tonight for speed (text artifacts fast; audio overview takes minutes — if you want it, kick it off and keep talking). Framing, so it's thesis not showcase: *"Notice what this is not — it's not the average. It's grounded in OUR conversation; it cites what we said. Same model family, different placement on the grid."* Chain the research use off the morning: *"Remember the Research button we didn't press? Tonight, that plus a Notebook is how you VET a competitor list — everything public, grounded, cited."* One sentence on the ecosystem, no demo: *"Gemini's also growing agent features and plugs into Docs and Sheets — the honest trade: not the strongest model, but when your method is conversation, the model race matters less than workflow fit and the price of free."* Hard cap 3 minutes.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
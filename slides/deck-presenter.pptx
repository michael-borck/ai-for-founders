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**Don't promise flattery — promise sameness.** Dry run on Gemini (18 Aug): the naive prompt returned no love-fest but a competent, critical consultant's report — competitors, risks, a validation plan. Current models often skip sycophancy on task-asks ("help me validate"); it still shows on opinion-asks ("what do you think?"). So the reveal line must work for either outcome, and it does: *"Notice the one thing this answer can't be: specific to me. If it flatters me — everyone gets flattered. If it's this market report — everyone gets this exact report; its 'how to win' section is the conventional wisdom of the space, and if we all followed it we'd all build the same app. Either way: the average, live."* (If it DOES gush: name trap 1 from slide four, live — a gift, take it.)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
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states the claim; your job is to make it personal. Land it with the room, not the abstract: *"While you've been sitting here, everyone else in this room could ask the same model for the same market scan, the same pitch, the same plan — and get the same good answer. If you all have the same brilliant assistant, none of you has an advantage."*</a:t>
            </a:r>
          </a:p>
          <a:p/>
          <a:p>
            <a:r>
              <a:t>Don't read the three rows — point at the last one and slow down on **judgement**: taste, context, the thing no identical model can copy. This claim comes back twice more (after the two-pass reveal, and at the close); it earns belief in the demo, not here.</a:t>
            </a:r>
          </a:p>
          <a:p/>
          <a:p>
            <a:r>
              <a:t>**Advance:** as soon as "judgement"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the whole market is producing — listen to what everyone else's pitch deck sounds like."* While it generates, narrate the dead air: *"Watch how happy it's about to be."* Let the love-fest scroll in silence — the scrolling IS the joke. Then: *"It just told a stranger their idea is brilliant. That's the trap from slide four, live — and it says it to every founder who asks."*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the reveal, slowly: *"Same model. Same idea. Sixty seconds apart. The AI did not get smarter — I directed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 Then prompt 4.</a:t>
            </a:r>
          </a:p>
          <a:p/>
          <a:p>
            <a:r>
              <a:t>**The arc — name it the moment the verdict lands:** *"Twenty minutes ago this model said 'genuinely brilliant.' Now it says PIVOT and prescribes a fifty-dollar experiment. Cheerleader, honest critic, cheap test — same thread. That arc is the entire session."*</a:t>
            </a:r>
          </a:p>
          <a:p/>
          <a:p>
            <a:r>
              <a:t>Normalise the kill — the room needs to hear a lecturer say it: *"If it had said Kill, that's a win.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1 (prompt 5): when the generic pitch appears, ask the room, don't tell: *"Would you remember this tomorrow? Neither would an investor."*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</a:t>
            </a:r>
          </a:p>
          <a:p/>
          <a:p>
            <a:r>
              <a:t>Put both pitches side by side and shut up for five seconds. Then: *"Nothing changed except whose words went in. The difference is the edge."*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
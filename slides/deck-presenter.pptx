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**Scale/Pivot/Kill: gloss, don't teach** (this room knows the words): *"Scale — double down. Pivot — change the bet. Kill — stop."* Five words each as you paste prompt 4; the pills on the slide do the rest.</a:t>
            </a:r>
          </a:p>
          <a:p/>
          <a:p>
            <a:r>
              <a:t>**The arc — name it the moment the verdict lands (dry run: Gemini returns a bold PIVOT, calls the app-first plan "a dead end", and prescribes a $50, 5-day Wizard-of-Oz WhatsApp test):** *"Prompt 1 gave me the market report everyone gets. Prompt 4 just told me my plan is — read it — a dead end. Generic, to aimed, to a verdict — that arc is the entire session in one thread."* Two more points at the screen: the experiment carries a built-in kill criterion (no photos to WhatsApp in 14 days → KILL), and the test itself is aimed — it attacks the habit gap using the thread's own context (zero friction, no new app, where their thumbs already are).</a:t>
            </a:r>
          </a:p>
          <a:p/>
          <a:p>
            <a:r>
              <a:t>Normalise the kill — the room needs to hear a lecturer say it, and the kill criterion is the moment: *"It just handed me a way to find out for fifty dollars whether to stop.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 Then: *"Nothing changed except whose words went in. The difference is the edge."* (If pass 1 came out edge-aware because the thread already holds Dave's context, narrow the caption to voice: *"competent — but it could be anyone's. Now listen to Dave's."*)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
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lasspulse.borck.education/audience/RXARHX" TargetMode="External"/><Relationship Id="rId4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4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4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
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lands, using whatever pass 1 actually was:** *"Twenty minutes ago this model gave me [the everyone-gets-it market report / a round of applause]. Now it's naming the single assumption most likely to kill this, and the cheapest experiment to test it. Generic, to aimed, to a decision — that arc is the entire session in one thread."*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
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classpulse.borck.education/audience/RXARHX" TargetMode="External"/><Relationship Id="rId4" Type="http://schemas.openxmlformats.org/officeDocument/2006/relationships/hyperlink" Target="https://michael-borck.github.io/ai-for-founders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michael-borck.github.io/ai-for-founders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hyperlink" Target="https://michael-borck.github.io/ai-for-founders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333500" y="3908970"/>
            <a:ext cx="104775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2548830" y="4542680"/>
            <a:ext cx="3264544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4"/>
          </p:cNvPr>
          <p:cNvSpPr/>
          <p:nvPr/>
        </p:nvSpPr>
        <p:spPr>
          <a:xfrm>
            <a:off x="1333500" y="5581352"/>
            <a:ext cx="104775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4"/>
          </p:cNvPr>
          <p:cNvSpPr/>
          <p:nvPr/>
        </p:nvSpPr>
        <p:spPr>
          <a:xfrm>
            <a:off x="4958357" y="6114752"/>
            <a:ext cx="3031331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333500" y="5001815"/>
            <a:ext cx="104775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2548830" y="5535215"/>
            <a:ext cx="3031331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333500" y="4645669"/>
            <a:ext cx="104775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2548830" y="5179069"/>
            <a:ext cx="3031331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
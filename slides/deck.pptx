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classpulse.borck.education/audience/RXARHX" TargetMode="External"/><Relationship Id="rId4" Type="http://schemas.openxmlformats.org/officeDocument/2006/relationships/hyperlink" Target="https://michael-borck.github.io/ai-for-founders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michael-borck.github.io/ai-for-founders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hyperlink" Target="https://michael-borck.github.io/ai-for-founders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2921000" y="3748881"/>
            <a:ext cx="698500" cy="6985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3"/>
          </p:cNvPr>
          <p:cNvSpPr/>
          <p:nvPr/>
        </p:nvSpPr>
        <p:spPr>
          <a:xfrm>
            <a:off x="3731220" y="4171354"/>
            <a:ext cx="2176363" cy="1143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4"/>
          </p:cNvPr>
          <p:cNvSpPr/>
          <p:nvPr/>
        </p:nvSpPr>
        <p:spPr>
          <a:xfrm>
            <a:off x="2921000" y="4863802"/>
            <a:ext cx="698500" cy="6985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r:id="rId4"/>
          </p:cNvPr>
          <p:cNvSpPr/>
          <p:nvPr/>
        </p:nvSpPr>
        <p:spPr>
          <a:xfrm>
            <a:off x="5337571" y="5219402"/>
            <a:ext cx="2020887" cy="1143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2921000" y="4477543"/>
            <a:ext cx="698500" cy="6985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3"/>
          </p:cNvPr>
          <p:cNvSpPr/>
          <p:nvPr/>
        </p:nvSpPr>
        <p:spPr>
          <a:xfrm>
            <a:off x="3731220" y="4833143"/>
            <a:ext cx="2020887" cy="1143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2921000" y="4240113"/>
            <a:ext cx="698500" cy="6985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3"/>
          </p:cNvPr>
          <p:cNvSpPr/>
          <p:nvPr/>
        </p:nvSpPr>
        <p:spPr>
          <a:xfrm>
            <a:off x="3731220" y="4595713"/>
            <a:ext cx="2020887" cy="1143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
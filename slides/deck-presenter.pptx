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**Then set expectations — the credibility earns this refusal:** *"So yes — you can build real software in conversation with AI; that's where those thirty tools came from. But I'm not here to show you how clever I am with AI — and in one hour I couldn't make you clever with it either. The tool is the easy part, and everyone in this room has the same one. I'm here for the other part: the judgement you bring to the conversation. That's the only part that's yours."* Keep it this short — longer reads as apology. (This also pre-plants the literacy line for the close.)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 site carries BOTH versions of prompt 5 (pivoted = the paste-as-is; original = the labelled alternative): *"Your handout has two versions of this one — the original idea, and the idea as it now stands after the pivot. I'm taking the pivot version, because I accepted the verdict. Take whichever matches your call.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 — take the pivot version, matching your prompt 5 choice; the original stays as the site's alternative):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</a:t>
            </a:r>
          </a:p>
          <a:p/>
          <a:p>
            <a:r>
              <a:t>**The comparison beat (dry-run confirmed: pass 1 comes out edge-aware but in agency voice — use the "could be anyone's" caption):** point at the two OPENING lines. Pass 1 opens with an instruction ("Stop stuffing paper receipts into your glovebox") — an ad; any copywriter writes it. Pass 2 opens with a belief ("Tradies don't hate tax — they hate sitting at a laptop at 9pm") — then the customer, then the bet. *"The first pitch sells a product. The second sells a founder's view of the world — and investors fund the second, because the product will change and the view is what steers it. Nothing changed except whose words went in."*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